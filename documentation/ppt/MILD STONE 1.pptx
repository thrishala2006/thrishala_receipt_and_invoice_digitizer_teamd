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3" r:id="rId2"/>
    <p:sldId id="262" r:id="rId3"/>
    <p:sldId id="272" r:id="rId4"/>
    <p:sldId id="274" r:id="rId5"/>
    <p:sldId id="276" r:id="rId6"/>
    <p:sldId id="277" r:id="rId7"/>
    <p:sldId id="279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8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howGuides="1">
      <p:cViewPr varScale="1">
        <p:scale>
          <a:sx n="59" d="100"/>
          <a:sy n="59" d="100"/>
        </p:scale>
        <p:origin x="964" y="7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uruthrishala@outlook.com" userId="bd0420a2786db611" providerId="LiveId" clId="{BF66FEE8-B2A1-4F63-A84C-6706DB4F7DA1}"/>
    <pc:docChg chg="delSld modSld">
      <pc:chgData name="koduruthrishala@outlook.com" userId="bd0420a2786db611" providerId="LiveId" clId="{BF66FEE8-B2A1-4F63-A84C-6706DB4F7DA1}" dt="2026-02-12T11:54:25.701" v="10" actId="207"/>
      <pc:docMkLst>
        <pc:docMk/>
      </pc:docMkLst>
      <pc:sldChg chg="modSp mod">
        <pc:chgData name="koduruthrishala@outlook.com" userId="bd0420a2786db611" providerId="LiveId" clId="{BF66FEE8-B2A1-4F63-A84C-6706DB4F7DA1}" dt="2026-02-12T11:54:25.701" v="10" actId="207"/>
        <pc:sldMkLst>
          <pc:docMk/>
          <pc:sldMk cId="4022862849" sldId="262"/>
        </pc:sldMkLst>
        <pc:spChg chg="mod">
          <ac:chgData name="koduruthrishala@outlook.com" userId="bd0420a2786db611" providerId="LiveId" clId="{BF66FEE8-B2A1-4F63-A84C-6706DB4F7DA1}" dt="2026-02-12T11:53:09.283" v="7" actId="20577"/>
          <ac:spMkLst>
            <pc:docMk/>
            <pc:sldMk cId="4022862849" sldId="262"/>
            <ac:spMk id="2" creationId="{FD5C491E-0363-5A66-C2CB-5679420AF674}"/>
          </ac:spMkLst>
        </pc:spChg>
        <pc:spChg chg="mod">
          <ac:chgData name="koduruthrishala@outlook.com" userId="bd0420a2786db611" providerId="LiveId" clId="{BF66FEE8-B2A1-4F63-A84C-6706DB4F7DA1}" dt="2026-02-12T11:54:25.701" v="10" actId="207"/>
          <ac:spMkLst>
            <pc:docMk/>
            <pc:sldMk cId="4022862849" sldId="262"/>
            <ac:spMk id="3" creationId="{CBBC2B44-7690-B771-A33F-CCC79ADB7CF8}"/>
          </ac:spMkLst>
        </pc:spChg>
      </pc:sldChg>
      <pc:sldChg chg="del">
        <pc:chgData name="koduruthrishala@outlook.com" userId="bd0420a2786db611" providerId="LiveId" clId="{BF66FEE8-B2A1-4F63-A84C-6706DB4F7DA1}" dt="2026-02-12T11:53:48.229" v="9" actId="47"/>
        <pc:sldMkLst>
          <pc:docMk/>
          <pc:sldMk cId="3733597240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2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701924" y="2636912"/>
            <a:ext cx="9282367" cy="22914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Receipt and Invoice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         Digitizer</a:t>
            </a:r>
          </a:p>
        </p:txBody>
      </p:sp>
    </p:spTree>
    <p:extLst>
      <p:ext uri="{BB962C8B-B14F-4D97-AF65-F5344CB8AC3E}">
        <p14:creationId xmlns:p14="http://schemas.microsoft.com/office/powerpoint/2010/main" val="64022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5C491E-0363-5A66-C2CB-5679420AF674}"/>
              </a:ext>
            </a:extLst>
          </p:cNvPr>
          <p:cNvSpPr txBox="1"/>
          <p:nvPr/>
        </p:nvSpPr>
        <p:spPr>
          <a:xfrm>
            <a:off x="1181476" y="482183"/>
            <a:ext cx="9521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contribution- frontend development </a:t>
            </a:r>
          </a:p>
          <a:p>
            <a:endParaRPr lang="en-GB" sz="3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(login page &amp; forgot password)</a:t>
            </a:r>
            <a:endParaRPr lang="en-IN" sz="3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C2B44-7690-B771-A33F-CCC79ADB7CF8}"/>
              </a:ext>
            </a:extLst>
          </p:cNvPr>
          <p:cNvSpPr txBox="1"/>
          <p:nvPr/>
        </p:nvSpPr>
        <p:spPr>
          <a:xfrm>
            <a:off x="1333688" y="2564904"/>
            <a:ext cx="9217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Used: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HTML, CSS</a:t>
            </a:r>
          </a:p>
          <a:p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and developed responsive user interfaces using HTML and CSS.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a clean and user-friendly Login Page with proper input fields and layout.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the Forgot Password page to allow users to reset credentials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HTML to structure web pages and CSS for styling, alignment, and layout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Ensured simple navigation and consistent design across authentication pages</a:t>
            </a:r>
            <a:r>
              <a:rPr lang="en-GB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86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28492" y="195536"/>
            <a:ext cx="5713873" cy="597666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endParaRPr lang="en-GB" b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58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GB" sz="128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Page Design</a:t>
            </a:r>
          </a:p>
          <a:p>
            <a:pPr marL="0" indent="0">
              <a:lnSpc>
                <a:spcPct val="120000"/>
              </a:lnSpc>
              <a:buNone/>
            </a:pPr>
            <a:endParaRPr lang="en-GB" b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sz="9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 or Email field for user identification</a:t>
            </a:r>
          </a:p>
          <a:p>
            <a:pPr>
              <a:lnSpc>
                <a:spcPct val="120000"/>
              </a:lnSpc>
            </a:pPr>
            <a:r>
              <a:rPr lang="en-GB" sz="9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 field for secure authentication</a:t>
            </a:r>
          </a:p>
          <a:p>
            <a:pPr>
              <a:lnSpc>
                <a:spcPct val="120000"/>
              </a:lnSpc>
            </a:pPr>
            <a:r>
              <a:rPr lang="en-GB" sz="9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 In button to access the application</a:t>
            </a:r>
          </a:p>
          <a:p>
            <a:pPr>
              <a:lnSpc>
                <a:spcPct val="120000"/>
              </a:lnSpc>
            </a:pPr>
            <a:r>
              <a:rPr lang="en-GB" sz="9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Forgot Password option for credential recovery</a:t>
            </a:r>
          </a:p>
          <a:p>
            <a:pPr>
              <a:lnSpc>
                <a:spcPct val="120000"/>
              </a:lnSpc>
            </a:pPr>
            <a:r>
              <a:rPr lang="en-GB" sz="9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 Up option for new user registration.</a:t>
            </a:r>
            <a:endParaRPr lang="en-US" sz="9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F2519E-39FD-7062-C323-818FB774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4" t="4209" r="3001" b="3392"/>
          <a:stretch>
            <a:fillRect/>
          </a:stretch>
        </p:blipFill>
        <p:spPr>
          <a:xfrm>
            <a:off x="33975" y="0"/>
            <a:ext cx="4654252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415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1FBB-4742-25AC-0ED9-03855EEA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76F8F-EC8E-AA9E-E52F-161FD5E9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316" y="469415"/>
            <a:ext cx="6195986" cy="5689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GB" sz="32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Forgot password Design</a:t>
            </a:r>
          </a:p>
          <a:p>
            <a:pPr marL="0" indent="0">
              <a:lnSpc>
                <a:spcPct val="100000"/>
              </a:lnSpc>
              <a:buNone/>
            </a:pPr>
            <a:endParaRPr lang="en-GB" sz="3200" b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forgot password page has an email input field for verification.</a:t>
            </a:r>
          </a:p>
          <a:p>
            <a:pPr>
              <a:lnSpc>
                <a:spcPct val="100000"/>
              </a:lnSpc>
            </a:pP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provides an option to send a password reset email.</a:t>
            </a:r>
          </a:p>
          <a:p>
            <a:pPr>
              <a:lnSpc>
                <a:spcPct val="100000"/>
              </a:lnSpc>
            </a:pP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back-to-login option is included for easy navigation.</a:t>
            </a:r>
            <a:endParaRPr lang="en-I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E04AA-9013-5A14-245B-971A116AC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0F1F8-2735-6817-1F87-7F2FD480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50"/>
          <a:stretch>
            <a:fillRect/>
          </a:stretch>
        </p:blipFill>
        <p:spPr>
          <a:xfrm>
            <a:off x="45740" y="1"/>
            <a:ext cx="460851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5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5BA5-5E87-E64A-C82F-CB5F21BE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5A649-2331-1E45-8C76-FDB6A6E1AEAD}"/>
              </a:ext>
            </a:extLst>
          </p:cNvPr>
          <p:cNvSpPr txBox="1"/>
          <p:nvPr/>
        </p:nvSpPr>
        <p:spPr>
          <a:xfrm>
            <a:off x="909836" y="188640"/>
            <a:ext cx="10801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Login &amp; Forgot Password Page –</a:t>
            </a:r>
          </a:p>
          <a:p>
            <a:r>
              <a:rPr lang="en-GB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HTML implementation </a:t>
            </a:r>
            <a:endParaRPr lang="en-IN" sz="3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F107A-9C15-9FE9-C300-05BB43C85B60}"/>
              </a:ext>
            </a:extLst>
          </p:cNvPr>
          <p:cNvSpPr txBox="1"/>
          <p:nvPr/>
        </p:nvSpPr>
        <p:spPr>
          <a:xfrm>
            <a:off x="1485900" y="1406381"/>
            <a:ext cx="94330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was used to structure the Login and Forgot Password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and input fields were used to collect user credentials &lt;form&gt;,&lt;input&gt;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Buttons handled actions like Sign In and password reset.&lt;button&gt;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placeholders improved clarity and accessibility.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Anchor tags enabled navigation between related pages.&lt;a&gt;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elements ensured a clean and readable layout.</a:t>
            </a:r>
          </a:p>
        </p:txBody>
      </p:sp>
    </p:spTree>
    <p:extLst>
      <p:ext uri="{BB962C8B-B14F-4D97-AF65-F5344CB8AC3E}">
        <p14:creationId xmlns:p14="http://schemas.microsoft.com/office/powerpoint/2010/main" val="215886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E16A-46CB-A117-F6D3-C77C7DC0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C80A1-C1CF-F510-97C6-EA791F8777DE}"/>
              </a:ext>
            </a:extLst>
          </p:cNvPr>
          <p:cNvSpPr txBox="1"/>
          <p:nvPr/>
        </p:nvSpPr>
        <p:spPr>
          <a:xfrm>
            <a:off x="1413892" y="188640"/>
            <a:ext cx="93610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&amp; Forgot Password Page –</a:t>
            </a:r>
          </a:p>
          <a:p>
            <a:r>
              <a:rPr lang="en-GB" sz="3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        	    CSS Styling </a:t>
            </a:r>
            <a:endParaRPr lang="en-IN" sz="3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68CA0-1DBD-EB54-8EDD-B5702AB91D3C}"/>
              </a:ext>
            </a:extLst>
          </p:cNvPr>
          <p:cNvSpPr txBox="1"/>
          <p:nvPr/>
        </p:nvSpPr>
        <p:spPr>
          <a:xfrm>
            <a:off x="1387017" y="1639550"/>
            <a:ext cx="92503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CSS for layout, alignment, and spacing.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Styled input fields and buttons for better usability.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consistent colors, fonts, and design across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Added hover and focus effects for improved user interaction.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214CC-4EB5-B8AC-755C-262BE0CFA43B}"/>
              </a:ext>
            </a:extLst>
          </p:cNvPr>
          <p:cNvSpPr txBox="1"/>
          <p:nvPr/>
        </p:nvSpPr>
        <p:spPr>
          <a:xfrm>
            <a:off x="1404901" y="4857178"/>
            <a:ext cx="4032448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body {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background-</a:t>
            </a:r>
            <a:r>
              <a:rPr lang="en-GB" b="0" dirty="0" err="1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GB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: #f4c9cf;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height: 100vh;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8CFF5-F672-1091-4DD9-10D66FCC8DA3}"/>
              </a:ext>
            </a:extLst>
          </p:cNvPr>
          <p:cNvSpPr txBox="1"/>
          <p:nvPr/>
        </p:nvSpPr>
        <p:spPr>
          <a:xfrm>
            <a:off x="6094412" y="4857178"/>
            <a:ext cx="5112568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send_email:hover</a:t>
            </a:r>
            <a:r>
              <a:rPr lang="en-IN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background: #b92d70;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836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189DB-3D64-599B-B14A-B1B2AF70B581}"/>
              </a:ext>
            </a:extLst>
          </p:cNvPr>
          <p:cNvSpPr txBox="1"/>
          <p:nvPr/>
        </p:nvSpPr>
        <p:spPr>
          <a:xfrm>
            <a:off x="2451383" y="1957542"/>
            <a:ext cx="68407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CC7CA-5571-3E10-13B1-1D52FF6E4B20}"/>
              </a:ext>
            </a:extLst>
          </p:cNvPr>
          <p:cNvSpPr txBox="1"/>
          <p:nvPr/>
        </p:nvSpPr>
        <p:spPr>
          <a:xfrm>
            <a:off x="7318548" y="3792463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K.THRISHALA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7313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131</TotalTime>
  <Words>340</Words>
  <Application>Microsoft Office PowerPoint</Application>
  <PresentationFormat>Custom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Consolas</vt:lpstr>
      <vt:lpstr>Euphemia</vt:lpstr>
      <vt:lpstr>Math 16x9</vt:lpstr>
      <vt:lpstr>PowerPoint Presentation</vt:lpstr>
      <vt:lpstr>PowerPoint Presentation</vt:lpstr>
      <vt:lpstr>Add a Slide Title - 4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koduruthrishala@outlook.com</dc:creator>
  <cp:lastModifiedBy>koduruthrishala@outlook.com</cp:lastModifiedBy>
  <cp:revision>1</cp:revision>
  <dcterms:created xsi:type="dcterms:W3CDTF">2026-02-11T16:57:25Z</dcterms:created>
  <dcterms:modified xsi:type="dcterms:W3CDTF">2026-02-12T11:54:34Z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