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7" r:id="rId6"/>
    <p:sldId id="268" r:id="rId7"/>
    <p:sldId id="280" r:id="rId8"/>
    <p:sldId id="279" r:id="rId9"/>
    <p:sldId id="273" r:id="rId10"/>
    <p:sldId id="274" r:id="rId11"/>
    <p:sldId id="275" r:id="rId12"/>
    <p:sldId id="27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A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8713F4-EB33-4A02-9418-5F50D11BDED2}" v="137" dt="2026-02-24T13:09:29.1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9" autoAdjust="0"/>
    <p:restoredTop sz="88746" autoAdjust="0"/>
  </p:normalViewPr>
  <p:slideViewPr>
    <p:cSldViewPr snapToGrid="0">
      <p:cViewPr varScale="1">
        <p:scale>
          <a:sx n="63" d="100"/>
          <a:sy n="63" d="100"/>
        </p:scale>
        <p:origin x="80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duruthrishala@outlook.com" userId="bd0420a2786db611" providerId="LiveId" clId="{BF66FEE8-B2A1-4F63-A84C-6706DB4F7DA1}"/>
    <pc:docChg chg="undo redo custSel addSld delSld modSld">
      <pc:chgData name="koduruthrishala@outlook.com" userId="bd0420a2786db611" providerId="LiveId" clId="{BF66FEE8-B2A1-4F63-A84C-6706DB4F7DA1}" dt="2026-02-24T15:49:07.204" v="2229" actId="20577"/>
      <pc:docMkLst>
        <pc:docMk/>
      </pc:docMkLst>
      <pc:sldChg chg="modSp mod">
        <pc:chgData name="koduruthrishala@outlook.com" userId="bd0420a2786db611" providerId="LiveId" clId="{BF66FEE8-B2A1-4F63-A84C-6706DB4F7DA1}" dt="2026-02-24T13:09:29.192" v="2183"/>
        <pc:sldMkLst>
          <pc:docMk/>
          <pc:sldMk cId="2259308896" sldId="256"/>
        </pc:sldMkLst>
        <pc:spChg chg="mod">
          <ac:chgData name="koduruthrishala@outlook.com" userId="bd0420a2786db611" providerId="LiveId" clId="{BF66FEE8-B2A1-4F63-A84C-6706DB4F7DA1}" dt="2026-02-24T13:09:29.192" v="2183"/>
          <ac:spMkLst>
            <pc:docMk/>
            <pc:sldMk cId="2259308896" sldId="256"/>
            <ac:spMk id="2" creationId="{51DF3D98-3C30-4CFC-8643-C81E829C8C25}"/>
          </ac:spMkLst>
        </pc:spChg>
      </pc:sldChg>
      <pc:sldChg chg="modSp mod">
        <pc:chgData name="koduruthrishala@outlook.com" userId="bd0420a2786db611" providerId="LiveId" clId="{BF66FEE8-B2A1-4F63-A84C-6706DB4F7DA1}" dt="2026-02-24T12:43:15.243" v="1708" actId="1076"/>
        <pc:sldMkLst>
          <pc:docMk/>
          <pc:sldMk cId="698714356" sldId="268"/>
        </pc:sldMkLst>
        <pc:spChg chg="mod">
          <ac:chgData name="koduruthrishala@outlook.com" userId="bd0420a2786db611" providerId="LiveId" clId="{BF66FEE8-B2A1-4F63-A84C-6706DB4F7DA1}" dt="2026-02-24T12:43:11.030" v="1707" actId="1076"/>
          <ac:spMkLst>
            <pc:docMk/>
            <pc:sldMk cId="698714356" sldId="268"/>
            <ac:spMk id="2" creationId="{FC7888C5-9991-1603-D9E1-18E586C5D864}"/>
          </ac:spMkLst>
        </pc:spChg>
        <pc:spChg chg="mod">
          <ac:chgData name="koduruthrishala@outlook.com" userId="bd0420a2786db611" providerId="LiveId" clId="{BF66FEE8-B2A1-4F63-A84C-6706DB4F7DA1}" dt="2026-02-24T12:43:15.243" v="1708" actId="1076"/>
          <ac:spMkLst>
            <pc:docMk/>
            <pc:sldMk cId="698714356" sldId="268"/>
            <ac:spMk id="3" creationId="{D676ABDA-7652-E2CA-B81B-A7C028F0F89F}"/>
          </ac:spMkLst>
        </pc:spChg>
      </pc:sldChg>
      <pc:sldChg chg="del">
        <pc:chgData name="koduruthrishala@outlook.com" userId="bd0420a2786db611" providerId="LiveId" clId="{BF66FEE8-B2A1-4F63-A84C-6706DB4F7DA1}" dt="2026-02-24T11:56:16.941" v="660" actId="47"/>
        <pc:sldMkLst>
          <pc:docMk/>
          <pc:sldMk cId="2614022230" sldId="269"/>
        </pc:sldMkLst>
      </pc:sldChg>
      <pc:sldChg chg="del">
        <pc:chgData name="koduruthrishala@outlook.com" userId="bd0420a2786db611" providerId="LiveId" clId="{BF66FEE8-B2A1-4F63-A84C-6706DB4F7DA1}" dt="2026-02-24T11:56:35.852" v="662" actId="47"/>
        <pc:sldMkLst>
          <pc:docMk/>
          <pc:sldMk cId="1907250178" sldId="272"/>
        </pc:sldMkLst>
      </pc:sldChg>
      <pc:sldChg chg="modSp mod">
        <pc:chgData name="koduruthrishala@outlook.com" userId="bd0420a2786db611" providerId="LiveId" clId="{BF66FEE8-B2A1-4F63-A84C-6706DB4F7DA1}" dt="2026-02-24T15:48:43.399" v="2213" actId="20577"/>
        <pc:sldMkLst>
          <pc:docMk/>
          <pc:sldMk cId="3922371253" sldId="273"/>
        </pc:sldMkLst>
        <pc:graphicFrameChg chg="mod modGraphic">
          <ac:chgData name="koduruthrishala@outlook.com" userId="bd0420a2786db611" providerId="LiveId" clId="{BF66FEE8-B2A1-4F63-A84C-6706DB4F7DA1}" dt="2026-02-24T15:48:43.399" v="2213" actId="20577"/>
          <ac:graphicFrameMkLst>
            <pc:docMk/>
            <pc:sldMk cId="3922371253" sldId="273"/>
            <ac:graphicFrameMk id="2" creationId="{69913394-2B77-F212-D123-78FEA908B66C}"/>
          </ac:graphicFrameMkLst>
        </pc:graphicFrameChg>
      </pc:sldChg>
      <pc:sldChg chg="modSp mod">
        <pc:chgData name="koduruthrishala@outlook.com" userId="bd0420a2786db611" providerId="LiveId" clId="{BF66FEE8-B2A1-4F63-A84C-6706DB4F7DA1}" dt="2026-02-24T15:49:07.204" v="2229" actId="20577"/>
        <pc:sldMkLst>
          <pc:docMk/>
          <pc:sldMk cId="1110608309" sldId="274"/>
        </pc:sldMkLst>
        <pc:graphicFrameChg chg="mod modGraphic">
          <ac:chgData name="koduruthrishala@outlook.com" userId="bd0420a2786db611" providerId="LiveId" clId="{BF66FEE8-B2A1-4F63-A84C-6706DB4F7DA1}" dt="2026-02-24T15:49:07.204" v="2229" actId="20577"/>
          <ac:graphicFrameMkLst>
            <pc:docMk/>
            <pc:sldMk cId="1110608309" sldId="274"/>
            <ac:graphicFrameMk id="4" creationId="{DC1E98F7-7690-7E45-2B82-5E210537C99D}"/>
          </ac:graphicFrameMkLst>
        </pc:graphicFrameChg>
      </pc:sldChg>
      <pc:sldChg chg="modSp mod">
        <pc:chgData name="koduruthrishala@outlook.com" userId="bd0420a2786db611" providerId="LiveId" clId="{BF66FEE8-B2A1-4F63-A84C-6706DB4F7DA1}" dt="2026-02-24T14:44:46.118" v="2199" actId="14100"/>
        <pc:sldMkLst>
          <pc:docMk/>
          <pc:sldMk cId="3291246374" sldId="275"/>
        </pc:sldMkLst>
        <pc:graphicFrameChg chg="mod modGraphic">
          <ac:chgData name="koduruthrishala@outlook.com" userId="bd0420a2786db611" providerId="LiveId" clId="{BF66FEE8-B2A1-4F63-A84C-6706DB4F7DA1}" dt="2026-02-24T14:44:46.118" v="2199" actId="14100"/>
          <ac:graphicFrameMkLst>
            <pc:docMk/>
            <pc:sldMk cId="3291246374" sldId="275"/>
            <ac:graphicFrameMk id="2" creationId="{AB7E8068-98C4-7BB8-7BF5-675AF4013F2A}"/>
          </ac:graphicFrameMkLst>
        </pc:graphicFrameChg>
      </pc:sldChg>
      <pc:sldChg chg="del">
        <pc:chgData name="koduruthrishala@outlook.com" userId="bd0420a2786db611" providerId="LiveId" clId="{BF66FEE8-B2A1-4F63-A84C-6706DB4F7DA1}" dt="2026-02-24T11:56:20.555" v="661" actId="47"/>
        <pc:sldMkLst>
          <pc:docMk/>
          <pc:sldMk cId="251526827" sldId="276"/>
        </pc:sldMkLst>
      </pc:sldChg>
      <pc:sldChg chg="addSp modSp new mod">
        <pc:chgData name="koduruthrishala@outlook.com" userId="bd0420a2786db611" providerId="LiveId" clId="{BF66FEE8-B2A1-4F63-A84C-6706DB4F7DA1}" dt="2026-02-24T13:05:53.566" v="2169" actId="20577"/>
        <pc:sldMkLst>
          <pc:docMk/>
          <pc:sldMk cId="4193805283" sldId="277"/>
        </pc:sldMkLst>
        <pc:spChg chg="add mod">
          <ac:chgData name="koduruthrishala@outlook.com" userId="bd0420a2786db611" providerId="LiveId" clId="{BF66FEE8-B2A1-4F63-A84C-6706DB4F7DA1}" dt="2026-02-24T13:05:53.566" v="2169" actId="20577"/>
          <ac:spMkLst>
            <pc:docMk/>
            <pc:sldMk cId="4193805283" sldId="277"/>
            <ac:spMk id="2" creationId="{CBDECF02-1B38-2217-BE4D-52B9CAB1769A}"/>
          </ac:spMkLst>
        </pc:spChg>
      </pc:sldChg>
      <pc:sldChg chg="addSp delSp modSp new del mod">
        <pc:chgData name="koduruthrishala@outlook.com" userId="bd0420a2786db611" providerId="LiveId" clId="{BF66FEE8-B2A1-4F63-A84C-6706DB4F7DA1}" dt="2026-02-24T12:08:40.459" v="851" actId="47"/>
        <pc:sldMkLst>
          <pc:docMk/>
          <pc:sldMk cId="1721709356" sldId="278"/>
        </pc:sldMkLst>
        <pc:spChg chg="add mod">
          <ac:chgData name="koduruthrishala@outlook.com" userId="bd0420a2786db611" providerId="LiveId" clId="{BF66FEE8-B2A1-4F63-A84C-6706DB4F7DA1}" dt="2026-02-24T11:59:41.995" v="694"/>
          <ac:spMkLst>
            <pc:docMk/>
            <pc:sldMk cId="1721709356" sldId="278"/>
            <ac:spMk id="3" creationId="{8C346061-BE08-F608-ACA4-97F0E864717B}"/>
          </ac:spMkLst>
        </pc:spChg>
        <pc:spChg chg="add del mod">
          <ac:chgData name="koduruthrishala@outlook.com" userId="bd0420a2786db611" providerId="LiveId" clId="{BF66FEE8-B2A1-4F63-A84C-6706DB4F7DA1}" dt="2026-02-24T12:05:17.823" v="793"/>
          <ac:spMkLst>
            <pc:docMk/>
            <pc:sldMk cId="1721709356" sldId="278"/>
            <ac:spMk id="5" creationId="{CBB52083-6F70-5DED-4100-D9B88C4E1A77}"/>
          </ac:spMkLst>
        </pc:spChg>
        <pc:spChg chg="add del mod">
          <ac:chgData name="koduruthrishala@outlook.com" userId="bd0420a2786db611" providerId="LiveId" clId="{BF66FEE8-B2A1-4F63-A84C-6706DB4F7DA1}" dt="2026-02-24T12:07:15.503" v="811"/>
          <ac:spMkLst>
            <pc:docMk/>
            <pc:sldMk cId="1721709356" sldId="278"/>
            <ac:spMk id="7" creationId="{256168A8-B0A1-DC05-33A7-EBEEF8D56CEC}"/>
          </ac:spMkLst>
        </pc:spChg>
      </pc:sldChg>
      <pc:sldChg chg="addSp delSp modSp new mod">
        <pc:chgData name="koduruthrishala@outlook.com" userId="bd0420a2786db611" providerId="LiveId" clId="{BF66FEE8-B2A1-4F63-A84C-6706DB4F7DA1}" dt="2026-02-24T15:48:25.140" v="2209" actId="20577"/>
        <pc:sldMkLst>
          <pc:docMk/>
          <pc:sldMk cId="4280011415" sldId="279"/>
        </pc:sldMkLst>
        <pc:spChg chg="add mod">
          <ac:chgData name="koduruthrishala@outlook.com" userId="bd0420a2786db611" providerId="LiveId" clId="{BF66FEE8-B2A1-4F63-A84C-6706DB4F7DA1}" dt="2026-02-24T15:46:43.615" v="2201" actId="1076"/>
          <ac:spMkLst>
            <pc:docMk/>
            <pc:sldMk cId="4280011415" sldId="279"/>
            <ac:spMk id="4" creationId="{3226FA43-FE2E-9DA5-511F-9DD5C058AE7B}"/>
          </ac:spMkLst>
        </pc:spChg>
        <pc:spChg chg="add del">
          <ac:chgData name="koduruthrishala@outlook.com" userId="bd0420a2786db611" providerId="LiveId" clId="{BF66FEE8-B2A1-4F63-A84C-6706DB4F7DA1}" dt="2026-02-24T12:07:19" v="813" actId="22"/>
          <ac:spMkLst>
            <pc:docMk/>
            <pc:sldMk cId="4280011415" sldId="279"/>
            <ac:spMk id="6" creationId="{7D0739F5-CC6A-DAB1-7C62-BBCFCB158ADD}"/>
          </ac:spMkLst>
        </pc:spChg>
        <pc:graphicFrameChg chg="add mod modGraphic">
          <ac:chgData name="koduruthrishala@outlook.com" userId="bd0420a2786db611" providerId="LiveId" clId="{BF66FEE8-B2A1-4F63-A84C-6706DB4F7DA1}" dt="2026-02-24T15:48:25.140" v="2209" actId="20577"/>
          <ac:graphicFrameMkLst>
            <pc:docMk/>
            <pc:sldMk cId="4280011415" sldId="279"/>
            <ac:graphicFrameMk id="2" creationId="{949CA2B9-5852-D716-E071-E56B920A17F5}"/>
          </ac:graphicFrameMkLst>
        </pc:graphicFrameChg>
      </pc:sldChg>
      <pc:sldChg chg="addSp delSp modSp new mod">
        <pc:chgData name="koduruthrishala@outlook.com" userId="bd0420a2786db611" providerId="LiveId" clId="{BF66FEE8-B2A1-4F63-A84C-6706DB4F7DA1}" dt="2026-02-24T14:55:36.342" v="2200" actId="1076"/>
        <pc:sldMkLst>
          <pc:docMk/>
          <pc:sldMk cId="927538861" sldId="280"/>
        </pc:sldMkLst>
        <pc:spChg chg="add mod">
          <ac:chgData name="koduruthrishala@outlook.com" userId="bd0420a2786db611" providerId="LiveId" clId="{BF66FEE8-B2A1-4F63-A84C-6706DB4F7DA1}" dt="2026-02-24T14:55:36.342" v="2200" actId="1076"/>
          <ac:spMkLst>
            <pc:docMk/>
            <pc:sldMk cId="927538861" sldId="280"/>
            <ac:spMk id="3" creationId="{CAE27B19-DDDA-2484-72F7-ED349DC538E3}"/>
          </ac:spMkLst>
        </pc:spChg>
        <pc:spChg chg="add mod">
          <ac:chgData name="koduruthrishala@outlook.com" userId="bd0420a2786db611" providerId="LiveId" clId="{BF66FEE8-B2A1-4F63-A84C-6706DB4F7DA1}" dt="2026-02-24T12:54:03.595" v="2136" actId="14100"/>
          <ac:spMkLst>
            <pc:docMk/>
            <pc:sldMk cId="927538861" sldId="280"/>
            <ac:spMk id="5" creationId="{0770CA40-AE7D-E157-0234-0C8357DADE8C}"/>
          </ac:spMkLst>
        </pc:spChg>
        <pc:spChg chg="add mod">
          <ac:chgData name="koduruthrishala@outlook.com" userId="bd0420a2786db611" providerId="LiveId" clId="{BF66FEE8-B2A1-4F63-A84C-6706DB4F7DA1}" dt="2026-02-24T13:05:40.717" v="2164" actId="1076"/>
          <ac:spMkLst>
            <pc:docMk/>
            <pc:sldMk cId="927538861" sldId="280"/>
            <ac:spMk id="7" creationId="{7B718BD5-BACC-98DC-121D-F873859942C1}"/>
          </ac:spMkLst>
        </pc:spChg>
        <pc:spChg chg="add del mod">
          <ac:chgData name="koduruthrishala@outlook.com" userId="bd0420a2786db611" providerId="LiveId" clId="{BF66FEE8-B2A1-4F63-A84C-6706DB4F7DA1}" dt="2026-02-24T12:53:25.646" v="2106"/>
          <ac:spMkLst>
            <pc:docMk/>
            <pc:sldMk cId="927538861" sldId="280"/>
            <ac:spMk id="9" creationId="{7B93DD00-E945-BBC3-CCE7-35C104E0E117}"/>
          </ac:spMkLst>
        </pc:spChg>
      </pc:sldChg>
      <pc:sldChg chg="addSp delSp new del mod">
        <pc:chgData name="koduruthrishala@outlook.com" userId="bd0420a2786db611" providerId="LiveId" clId="{BF66FEE8-B2A1-4F63-A84C-6706DB4F7DA1}" dt="2026-02-24T12:41:37.173" v="1695" actId="47"/>
        <pc:sldMkLst>
          <pc:docMk/>
          <pc:sldMk cId="3535831282" sldId="281"/>
        </pc:sldMkLst>
        <pc:spChg chg="add del">
          <ac:chgData name="koduruthrishala@outlook.com" userId="bd0420a2786db611" providerId="LiveId" clId="{BF66FEE8-B2A1-4F63-A84C-6706DB4F7DA1}" dt="2026-02-24T12:41:27.977" v="1692" actId="22"/>
          <ac:spMkLst>
            <pc:docMk/>
            <pc:sldMk cId="3535831282" sldId="281"/>
            <ac:spMk id="3" creationId="{7DD3A713-8147-2B82-9074-5E268D635E6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F03B4C-7222-461B-BA71-2B563A44950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015D50-859B-4A21-BBA7-D227472F19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B51ED0-8724-4321-9903-1B6C4397769A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4EAD1-5CAB-421B-B5BB-2FAE33EA58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925FF-73DD-4112-9C15-8EAFF2E8C9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71AD-4225-439B-B0AF-FF523CEDED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0384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4778D-F34E-4BE4-9B6B-598D2E739C81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553C36-AE66-42A1-BA56-51FF7F8C86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386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53C36-AE66-42A1-BA56-51FF7F8C862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098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335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262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6FFC6-B6FD-417B-BDE1-C6395267D6DB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265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080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713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47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40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138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651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6FFC6-B6FD-417B-BDE1-C6395267D6DB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81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6FFC6-B6FD-417B-BDE1-C6395267D6DB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5263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6FFC6-B6FD-417B-BDE1-C6395267D6DB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333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6FFC6-B6FD-417B-BDE1-C6395267D6DB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8130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6FFC6-B6FD-417B-BDE1-C6395267D6DB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501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6FFC6-B6FD-417B-BDE1-C6395267D6DB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560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6FFC6-B6FD-417B-BDE1-C6395267D6DB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4938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791E8DE-0B9D-43A1-8977-59BEEC2C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3337" y="643464"/>
            <a:ext cx="6269159" cy="557107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DABDA3-AA10-4304-B3C8-D5B655DE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3631" y="1621998"/>
            <a:ext cx="5068567" cy="1301390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 descr="Tag=AccentColor&#10;Flavor=Light&#10;Target=Text">
            <a:extLst>
              <a:ext uri="{FF2B5EF4-FFF2-40B4-BE49-F238E27FC236}">
                <a16:creationId xmlns:a16="http://schemas.microsoft.com/office/drawing/2014/main" id="{4CCFCCCF-0AEA-4D36-8B54-4C03F88D7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3633" y="3109652"/>
            <a:ext cx="5068567" cy="2395623"/>
          </a:xfrm>
        </p:spPr>
        <p:txBody>
          <a:bodyPr anchor="ctr">
            <a:norm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en-US">
                <a:cs typeface="Calibri"/>
              </a:rPr>
              <a:t>Click to edit Master subtitle style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7D11998-188A-4F5B-9931-8BA54D2802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56500" y="641350"/>
            <a:ext cx="3998913" cy="2626784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60F109E5-BC65-4431-A2E5-4A145EC7B3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54913" y="3606263"/>
            <a:ext cx="4000500" cy="260826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304C15-0285-4F2C-8EFE-569AD8088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6116" y="809244"/>
            <a:ext cx="5943600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88504-58DC-4D6A-A3A2-46BBE92E4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796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Date Placeholder 17">
            <a:extLst>
              <a:ext uri="{FF2B5EF4-FFF2-40B4-BE49-F238E27FC236}">
                <a16:creationId xmlns:a16="http://schemas.microsoft.com/office/drawing/2014/main" id="{A7F1F606-F241-4665-957D-1EA108900290}"/>
              </a:ext>
            </a:extLst>
          </p:cNvPr>
          <p:cNvSpPr txBox="1">
            <a:spLocks/>
          </p:cNvSpPr>
          <p:nvPr userDrawn="1"/>
        </p:nvSpPr>
        <p:spPr>
          <a:xfrm>
            <a:off x="3000676" y="687140"/>
            <a:ext cx="1554480" cy="5272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r>
              <a:rPr lang="en-US" sz="1300" dirty="0">
                <a:solidFill>
                  <a:schemeClr val="bg1"/>
                </a:solidFill>
              </a:rPr>
              <a:t>20XX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EAC8BD-D27F-41DF-AA93-5F9675828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32096" y="640855"/>
            <a:ext cx="1691640" cy="645295"/>
            <a:chOff x="2932096" y="640855"/>
            <a:chExt cx="1691640" cy="64529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9CEAE44-9527-4308-A77C-6C47315AD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2932096" y="640855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BD50130-2E7D-4DC0-8382-B3958A9450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4623736" y="640855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955D961-339B-49BE-9281-3A8E81953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2932096" y="1286150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Footer Placeholder 18">
            <a:extLst>
              <a:ext uri="{FF2B5EF4-FFF2-40B4-BE49-F238E27FC236}">
                <a16:creationId xmlns:a16="http://schemas.microsoft.com/office/drawing/2014/main" id="{D2BAF328-75D1-490D-BF37-96EE6C0843E2}"/>
              </a:ext>
            </a:extLst>
          </p:cNvPr>
          <p:cNvSpPr txBox="1">
            <a:spLocks/>
          </p:cNvSpPr>
          <p:nvPr userDrawn="1"/>
        </p:nvSpPr>
        <p:spPr>
          <a:xfrm>
            <a:off x="1243632" y="5641118"/>
            <a:ext cx="5068569" cy="3108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18" name="Slide Number Placeholder 21">
            <a:extLst>
              <a:ext uri="{FF2B5EF4-FFF2-40B4-BE49-F238E27FC236}">
                <a16:creationId xmlns:a16="http://schemas.microsoft.com/office/drawing/2014/main" id="{5A2A2B37-48E8-4C00-91B4-63F0C7AAE23F}"/>
              </a:ext>
            </a:extLst>
          </p:cNvPr>
          <p:cNvSpPr txBox="1">
            <a:spLocks/>
          </p:cNvSpPr>
          <p:nvPr userDrawn="1"/>
        </p:nvSpPr>
        <p:spPr>
          <a:xfrm>
            <a:off x="9443794" y="6392314"/>
            <a:ext cx="2111881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70B1FE82-5036-4003-B709-0840DA750BBE}" type="slidenum">
              <a:rPr lang="en-US" smtClean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pPr defTabSz="914400">
                <a:defRPr/>
              </a:pPr>
              <a:t>‹#›</a:t>
            </a:fld>
            <a:endParaRPr lang="en-US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763248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5B0C2F6-1B8C-43CC-92A5-2D5502929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3349" y="648230"/>
            <a:ext cx="10905302" cy="19970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983D5E-8A96-4276-9D60-66D16276D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057275"/>
            <a:ext cx="10366743" cy="123589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4707CC-694D-4162-B68A-B7D9345B3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6196" y="814657"/>
            <a:ext cx="10579608" cy="1664208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079F8F29-0E9E-49F7-93F4-FCC8C82EE1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2884815"/>
            <a:ext cx="2279650" cy="25527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9925214F-17A5-4C60-AADE-6A1BC12989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" y="5635244"/>
            <a:ext cx="2279649" cy="350292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10700E3A-7CD7-4A3D-BA94-0E5BCAC92A8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5912412"/>
            <a:ext cx="2279649" cy="35029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2E6EB481-2A99-4088-95C0-0D5BAFDFF02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96066" y="2884815"/>
            <a:ext cx="2279650" cy="25527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7">
            <a:extLst>
              <a:ext uri="{FF2B5EF4-FFF2-40B4-BE49-F238E27FC236}">
                <a16:creationId xmlns:a16="http://schemas.microsoft.com/office/drawing/2014/main" id="{4097BC1F-331F-4D57-993D-EFBB792275D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96067" y="5635244"/>
            <a:ext cx="2279649" cy="350292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CC61962-73A1-4768-8408-43E07ED2C1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96067" y="5912412"/>
            <a:ext cx="2279649" cy="35029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8013A142-804D-471C-B2DD-DEC1B8C5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9095" y="6296388"/>
            <a:ext cx="581660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A231814F-4139-4547-9058-18BF9C9E88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82532" y="2884815"/>
            <a:ext cx="2279650" cy="25527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A6CD17BC-BF82-4EF5-8F4B-8D615A2FD24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82535" y="5635244"/>
            <a:ext cx="2279649" cy="350292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CA5F4D35-7EF1-463D-8005-F3950B6541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82535" y="5912412"/>
            <a:ext cx="2279649" cy="35029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6CDB3226-AAE1-4106-A166-12BCFA73DA1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69001" y="2884815"/>
            <a:ext cx="2279650" cy="25527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C3CD8083-90C5-4685-A286-1A99E5DC31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69002" y="5635244"/>
            <a:ext cx="2279649" cy="350292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5FB222BC-D05B-4E76-A0DC-25657322AF8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69002" y="5912412"/>
            <a:ext cx="2279649" cy="350292"/>
          </a:xfrm>
        </p:spPr>
        <p:txBody>
          <a:bodyPr>
            <a:noAutofit/>
          </a:bodyPr>
          <a:lstStyle>
            <a:lvl1pPr marL="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6FBB75-8D79-4225-A448-37C04F053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192658" y="3310653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C41CC5-2A7C-4774-98CE-C7212DFDC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79124" y="3310653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861725-0EF3-4133-B06C-063F42B11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965590" y="3310653"/>
            <a:ext cx="0" cy="1747157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Date Placeholder 3">
            <a:extLst>
              <a:ext uri="{FF2B5EF4-FFF2-40B4-BE49-F238E27FC236}">
                <a16:creationId xmlns:a16="http://schemas.microsoft.com/office/drawing/2014/main" id="{7FDBCC4A-1C49-4C93-AD45-AD78087E23D6}"/>
              </a:ext>
            </a:extLst>
          </p:cNvPr>
          <p:cNvSpPr txBox="1">
            <a:spLocks/>
          </p:cNvSpPr>
          <p:nvPr userDrawn="1"/>
        </p:nvSpPr>
        <p:spPr>
          <a:xfrm>
            <a:off x="7684497" y="6296388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20XX</a:t>
            </a:r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5EB09A52-50AB-4593-BCB7-23D4AEC88507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0537721" y="6286556"/>
            <a:ext cx="838200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55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4A46BB-9B50-4F09-9059-DA78048129D4}"/>
              </a:ext>
            </a:extLst>
          </p:cNvPr>
          <p:cNvSpPr/>
          <p:nvPr userDrawn="1"/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6F410-6A1D-427A-8C06-A0023004F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3" y="2735221"/>
            <a:ext cx="4775075" cy="85121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DF1FF2-5B9A-4BE9-AD3C-F215F0D25F7A}"/>
              </a:ext>
            </a:extLst>
          </p:cNvPr>
          <p:cNvSpPr/>
          <p:nvPr userDrawn="1"/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4FC6A22-F9EC-4E20-B9CC-F012FA8E4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Click to edit Master subtitle style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Date Placeholder 17">
            <a:extLst>
              <a:ext uri="{FF2B5EF4-FFF2-40B4-BE49-F238E27FC236}">
                <a16:creationId xmlns:a16="http://schemas.microsoft.com/office/drawing/2014/main" id="{ABF19E1F-D7E9-4D44-9873-8D8DDC338F7E}"/>
              </a:ext>
            </a:extLst>
          </p:cNvPr>
          <p:cNvSpPr txBox="1">
            <a:spLocks/>
          </p:cNvSpPr>
          <p:nvPr userDrawn="1"/>
        </p:nvSpPr>
        <p:spPr>
          <a:xfrm>
            <a:off x="7369770" y="2040249"/>
            <a:ext cx="2103120" cy="3152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r>
              <a:rPr lang="en-US" sz="1300" dirty="0">
                <a:solidFill>
                  <a:schemeClr val="bg1"/>
                </a:solidFill>
              </a:rPr>
              <a:t>20XX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3C72E99-B7BE-4F82-AD93-38765570DB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5695067 w 12192000"/>
              <a:gd name="connsiteY0" fmla="*/ 1808532 h 6858000"/>
              <a:gd name="connsiteX1" fmla="*/ 5695067 w 12192000"/>
              <a:gd name="connsiteY1" fmla="*/ 5049468 h 6858000"/>
              <a:gd name="connsiteX2" fmla="*/ 11147594 w 12192000"/>
              <a:gd name="connsiteY2" fmla="*/ 5049468 h 6858000"/>
              <a:gd name="connsiteX3" fmla="*/ 11147594 w 12192000"/>
              <a:gd name="connsiteY3" fmla="*/ 1808532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5695067" y="1808532"/>
                </a:moveTo>
                <a:lnTo>
                  <a:pt x="5695067" y="5049468"/>
                </a:lnTo>
                <a:lnTo>
                  <a:pt x="11147594" y="5049468"/>
                </a:lnTo>
                <a:lnTo>
                  <a:pt x="11147594" y="180853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542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9982C2-1320-41E5-A31C-D8DA5C8A4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563FB1-76A9-4E53-9493-2B8680D68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8" y="0"/>
            <a:ext cx="4651122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innerShdw blurRad="63500" dist="31750">
              <a:prstClr val="black">
                <a:alpha val="4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8F116A-4F5C-40E2-836F-919B8B939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72" y="4123592"/>
            <a:ext cx="4654296" cy="9144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27D978-81FB-4612-81AA-B7123E0D5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4289" y="0"/>
            <a:ext cx="91440" cy="420624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0DC717-7560-4850-A68A-A881C97F3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4289" y="2057400"/>
            <a:ext cx="2377440" cy="9144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F22527-F181-4C80-9977-C9894355C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14028" y="971453"/>
            <a:ext cx="5623560" cy="4910328"/>
          </a:xfrm>
          <a:prstGeom prst="rect">
            <a:avLst/>
          </a:prstGeom>
          <a:noFill/>
          <a:ln w="6350" cap="sq" cmpd="sng" algn="ctr">
            <a:solidFill>
              <a:schemeClr val="bg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ABAC30-6A2F-4907-8502-17DF9AEEE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48300" y="806861"/>
            <a:ext cx="5955017" cy="5239512"/>
          </a:xfrm>
          <a:prstGeom prst="rect">
            <a:avLst/>
          </a:prstGeom>
          <a:solidFill>
            <a:schemeClr val="tx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C9F96-79A7-44FA-A7FE-C0675B996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1" y="1290294"/>
            <a:ext cx="5116286" cy="13716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D72D6334-ED49-4D79-AAC2-10DCFF6D6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7401" y="2980736"/>
            <a:ext cx="5116286" cy="2712494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z="1800">
                <a:solidFill>
                  <a:schemeClr val="bg1">
                    <a:lumMod val="85000"/>
                    <a:lumOff val="15000"/>
                  </a:schemeClr>
                </a:solidFill>
              </a:rPr>
              <a:t>Click to edit Master subtitle style</a:t>
            </a:r>
            <a:endParaRPr lang="en-US" sz="1800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0FE3A1CC-4DE8-4FC6-839D-CD3607B8D426}"/>
              </a:ext>
            </a:extLst>
          </p:cNvPr>
          <p:cNvSpPr txBox="1">
            <a:spLocks/>
          </p:cNvSpPr>
          <p:nvPr userDrawn="1"/>
        </p:nvSpPr>
        <p:spPr>
          <a:xfrm>
            <a:off x="7048099" y="302355"/>
            <a:ext cx="2743200" cy="35078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20XX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9E9A7CA-EE9C-4648-8016-1852440461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5438" y="326697"/>
            <a:ext cx="1636712" cy="34751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F4561B6B-E204-4CF0-AD12-ED21B3940F5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09863" y="329773"/>
            <a:ext cx="1614487" cy="139425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3BE441E-0CE9-4C44-8783-3A04F5929F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7163" y="2384425"/>
            <a:ext cx="1628775" cy="142398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FBAA901D-39FD-416F-B2B4-F2651AB7918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438" y="4527550"/>
            <a:ext cx="3998912" cy="20002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4C182815-90D1-446C-BC70-6AB00BED68ED}"/>
              </a:ext>
            </a:extLst>
          </p:cNvPr>
          <p:cNvSpPr txBox="1">
            <a:spLocks/>
          </p:cNvSpPr>
          <p:nvPr userDrawn="1"/>
        </p:nvSpPr>
        <p:spPr>
          <a:xfrm>
            <a:off x="5077003" y="6367925"/>
            <a:ext cx="448056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dirty="0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9BDEE55-B4D3-4542-BF01-F05A2C1FB7D6}"/>
              </a:ext>
            </a:extLst>
          </p:cNvPr>
          <p:cNvSpPr txBox="1">
            <a:spLocks/>
          </p:cNvSpPr>
          <p:nvPr userDrawn="1"/>
        </p:nvSpPr>
        <p:spPr>
          <a:xfrm>
            <a:off x="9793460" y="6367925"/>
            <a:ext cx="2111881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2016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5973E97-A796-4836-82F6-8A280A57BA6B}"/>
              </a:ext>
            </a:extLst>
          </p:cNvPr>
          <p:cNvSpPr/>
          <p:nvPr userDrawn="1"/>
        </p:nvSpPr>
        <p:spPr>
          <a:xfrm>
            <a:off x="5660112" y="0"/>
            <a:ext cx="6528839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C0DAEE-CCDB-4627-925B-879F83B1F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4166" y="610485"/>
            <a:ext cx="5103661" cy="1371600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9F23A9-0519-4A39-A9F9-F965C17D58A0}"/>
              </a:ext>
            </a:extLst>
          </p:cNvPr>
          <p:cNvSpPr/>
          <p:nvPr userDrawn="1"/>
        </p:nvSpPr>
        <p:spPr>
          <a:xfrm>
            <a:off x="5981848" y="320040"/>
            <a:ext cx="5888736" cy="6217920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F3EB17D9-2389-4D1F-AC98-7CC3F79840B2}"/>
              </a:ext>
            </a:extLst>
          </p:cNvPr>
          <p:cNvSpPr txBox="1">
            <a:spLocks/>
          </p:cNvSpPr>
          <p:nvPr userDrawn="1"/>
        </p:nvSpPr>
        <p:spPr>
          <a:xfrm>
            <a:off x="7554616" y="383781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20XX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40E55EFF-7AC0-4ACD-B826-CA1E384CCF4C}"/>
              </a:ext>
            </a:extLst>
          </p:cNvPr>
          <p:cNvSpPr txBox="1">
            <a:spLocks/>
          </p:cNvSpPr>
          <p:nvPr userDrawn="1"/>
        </p:nvSpPr>
        <p:spPr>
          <a:xfrm>
            <a:off x="6303580" y="6214535"/>
            <a:ext cx="4696948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C6C2D606-DD47-4DA7-AF9B-9A8E401BCAFF}"/>
              </a:ext>
            </a:extLst>
          </p:cNvPr>
          <p:cNvSpPr txBox="1">
            <a:spLocks/>
          </p:cNvSpPr>
          <p:nvPr userDrawn="1"/>
        </p:nvSpPr>
        <p:spPr>
          <a:xfrm>
            <a:off x="11104451" y="6214535"/>
            <a:ext cx="605266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B7E4EF-A1BD-40F4-AB7B-04F084DD991D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623DC60-EE1A-4367-A357-5F11D94225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659438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95E6F1-8633-46DB-A612-89A5079F7EF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72625" y="2108844"/>
            <a:ext cx="5103812" cy="37909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12113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24342A2-B2E9-4AE9-9AFD-C5F77777E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86CEFC-AE66-4E11-8B5A-880177E12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6737" y="621793"/>
            <a:ext cx="6651809" cy="56144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DABDA3-AA10-4304-B3C8-D5B655DE3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158" y="2100942"/>
            <a:ext cx="5716339" cy="2290607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B1E9D9-0DDD-4554-A021-4FE50439A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23061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6" name="Date Placeholder 17">
            <a:extLst>
              <a:ext uri="{FF2B5EF4-FFF2-40B4-BE49-F238E27FC236}">
                <a16:creationId xmlns:a16="http://schemas.microsoft.com/office/drawing/2014/main" id="{3B5075EC-8E09-4BB4-8C8F-6177ECD95A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5941" y="493108"/>
            <a:ext cx="1554480" cy="52721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algn="ctr" defTabSz="914400">
              <a:defRPr/>
            </a:pPr>
            <a:r>
              <a:rPr lang="en-US" sz="1300" dirty="0"/>
              <a:t>20XX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A8819A-9552-4858-92F8-FB441C3A45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78157" y="4698173"/>
            <a:ext cx="5716339" cy="658674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7432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Footer Placeholder 18">
            <a:extLst>
              <a:ext uri="{FF2B5EF4-FFF2-40B4-BE49-F238E27FC236}">
                <a16:creationId xmlns:a16="http://schemas.microsoft.com/office/drawing/2014/main" id="{D2BAF328-75D1-490D-BF37-96EE6C0843E2}"/>
              </a:ext>
            </a:extLst>
          </p:cNvPr>
          <p:cNvSpPr txBox="1">
            <a:spLocks/>
          </p:cNvSpPr>
          <p:nvPr userDrawn="1"/>
        </p:nvSpPr>
        <p:spPr>
          <a:xfrm>
            <a:off x="1243632" y="5641118"/>
            <a:ext cx="5068569" cy="3108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defRPr/>
            </a:pPr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7D11998-188A-4F5B-9931-8BA54D2802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19974" y="621784"/>
            <a:ext cx="1989495" cy="284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21">
            <a:extLst>
              <a:ext uri="{FF2B5EF4-FFF2-40B4-BE49-F238E27FC236}">
                <a16:creationId xmlns:a16="http://schemas.microsoft.com/office/drawing/2014/main" id="{F268C43A-0DA4-4ECC-A368-08AB69EDAE7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70334" y="627380"/>
            <a:ext cx="1980056" cy="283762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60F109E5-BC65-4431-A2E5-4A145EC7B3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32093" y="3636193"/>
            <a:ext cx="4123320" cy="259442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7F02ED2-9B1A-40C8-A5F7-4473CAA3C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137361" y="446823"/>
            <a:ext cx="1691640" cy="645295"/>
            <a:chOff x="3137361" y="446823"/>
            <a:chExt cx="1691640" cy="645295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8AC6A1-19DE-4EAE-91E5-A9E82CEA3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3137361" y="446823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9AC828E-AA99-4E2C-A30C-D8B9DFF16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4829001" y="446823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62D63C1-826F-42FC-9EC1-0320620BB1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 userDrawn="1"/>
          </p:nvCxnSpPr>
          <p:spPr>
            <a:xfrm>
              <a:off x="3137361" y="1092118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Slide Number Placeholder 21">
            <a:extLst>
              <a:ext uri="{FF2B5EF4-FFF2-40B4-BE49-F238E27FC236}">
                <a16:creationId xmlns:a16="http://schemas.microsoft.com/office/drawing/2014/main" id="{5A2A2B37-48E8-4C00-91B4-63F0C7AAE23F}"/>
              </a:ext>
            </a:extLst>
          </p:cNvPr>
          <p:cNvSpPr txBox="1">
            <a:spLocks/>
          </p:cNvSpPr>
          <p:nvPr userDrawn="1"/>
        </p:nvSpPr>
        <p:spPr>
          <a:xfrm>
            <a:off x="9443794" y="6392314"/>
            <a:ext cx="2111881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fld id="{70B1FE82-5036-4003-B709-0840DA750BBE}" type="slidenum">
              <a:rPr lang="en-US" smtClean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rPr>
              <a:pPr defTabSz="914400">
                <a:defRPr/>
              </a:pPr>
              <a:t>‹#›</a:t>
            </a:fld>
            <a:endParaRPr lang="en-US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12611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D0543DF-8CFA-4CBD-AF23-D059985D34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37329 w 12192000"/>
              <a:gd name="connsiteY0" fmla="*/ 941695 h 6858000"/>
              <a:gd name="connsiteX1" fmla="*/ 937329 w 12192000"/>
              <a:gd name="connsiteY1" fmla="*/ 5916305 h 6858000"/>
              <a:gd name="connsiteX2" fmla="*/ 6389856 w 12192000"/>
              <a:gd name="connsiteY2" fmla="*/ 5916305 h 6858000"/>
              <a:gd name="connsiteX3" fmla="*/ 6389856 w 12192000"/>
              <a:gd name="connsiteY3" fmla="*/ 94169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937329" y="941695"/>
                </a:moveTo>
                <a:lnTo>
                  <a:pt x="937329" y="5916305"/>
                </a:lnTo>
                <a:lnTo>
                  <a:pt x="6389856" y="5916305"/>
                </a:lnTo>
                <a:lnTo>
                  <a:pt x="6389856" y="94169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1A2AD8-D5EA-48FD-B19E-788E4D978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7329" y="941695"/>
            <a:ext cx="5452527" cy="49746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82D9D6-0C91-4BAA-B631-B4A597F6D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3272" y="1106424"/>
            <a:ext cx="5120640" cy="464515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6F410-6A1D-427A-8C06-A0023004F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950" y="2197853"/>
            <a:ext cx="4633415" cy="85121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Date Placeholder 7">
            <a:extLst>
              <a:ext uri="{FF2B5EF4-FFF2-40B4-BE49-F238E27FC236}">
                <a16:creationId xmlns:a16="http://schemas.microsoft.com/office/drawing/2014/main" id="{53A572F0-78E4-4979-BD85-E9F315B0C6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91992" y="1162386"/>
            <a:ext cx="2743200" cy="25603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dirty="0"/>
              <a:t>20XX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6F1164-CE64-4728-83B0-E5316C16DF2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57313" y="3308350"/>
            <a:ext cx="4633912" cy="2141632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  <a:lvl2pPr marL="274320" indent="0" algn="ctr">
              <a:buNone/>
              <a:defRPr baseline="0">
                <a:solidFill>
                  <a:schemeClr val="bg1"/>
                </a:solidFill>
              </a:defRPr>
            </a:lvl2pPr>
            <a:lvl3pPr marL="548640" indent="0">
              <a:buNone/>
              <a:defRPr>
                <a:solidFill>
                  <a:schemeClr val="bg1"/>
                </a:solidFill>
              </a:defRPr>
            </a:lvl3pPr>
            <a:lvl4pPr marL="822960" indent="0">
              <a:buNone/>
              <a:defRPr>
                <a:solidFill>
                  <a:schemeClr val="bg1"/>
                </a:solidFill>
              </a:defRPr>
            </a:lvl4pPr>
            <a:lvl5pPr marL="109728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Footer Placeholder 8">
            <a:extLst>
              <a:ext uri="{FF2B5EF4-FFF2-40B4-BE49-F238E27FC236}">
                <a16:creationId xmlns:a16="http://schemas.microsoft.com/office/drawing/2014/main" id="{DEA4EBDD-4088-4396-BD3F-3AB4BEFB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57950" y="5472763"/>
            <a:ext cx="4636008" cy="256032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8489413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3053588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3053588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9206" y="2074334"/>
            <a:ext cx="3053588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9206" y="2792471"/>
            <a:ext cx="3053588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6D68D58-C9C7-41A5-9F66-57C5771B39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8564" y="2073651"/>
            <a:ext cx="3053588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F3692324-6EEB-4C0A-BF90-7A27FBF6D7B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8564" y="2791788"/>
            <a:ext cx="3053588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762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6FFC6-B6FD-417B-BDE1-C6395267D6DB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615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671" r:id="rId17"/>
    <p:sldLayoutId id="2147483676" r:id="rId18"/>
    <p:sldLayoutId id="2147483673" r:id="rId19"/>
    <p:sldLayoutId id="2147483677" r:id="rId20"/>
    <p:sldLayoutId id="2147483672" r:id="rId21"/>
    <p:sldLayoutId id="2147483675" r:id="rId22"/>
    <p:sldLayoutId id="2147483678" r:id="rId23"/>
    <p:sldLayoutId id="2147483670" r:id="rId24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Receipt and Invoice Digitizer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B88172-3B3B-523D-0458-2DEACD273FB1}"/>
              </a:ext>
            </a:extLst>
          </p:cNvPr>
          <p:cNvSpPr txBox="1"/>
          <p:nvPr/>
        </p:nvSpPr>
        <p:spPr>
          <a:xfrm>
            <a:off x="1975757" y="674914"/>
            <a:ext cx="103523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OCR- </a:t>
            </a:r>
            <a:r>
              <a:rPr lang="en-IN" sz="4000" b="1" dirty="0"/>
              <a:t>Optical Character Recognition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2C74D0-5722-D322-8473-9013C5967689}"/>
              </a:ext>
            </a:extLst>
          </p:cNvPr>
          <p:cNvSpPr txBox="1"/>
          <p:nvPr/>
        </p:nvSpPr>
        <p:spPr>
          <a:xfrm>
            <a:off x="1121229" y="1719943"/>
            <a:ext cx="1023257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It is a technology that reads text from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It enables machines to recognize, extract, and digitize text, eliminating manual data entry, improving efficiency, and allowing for automation in industries like banking, healthcare.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How OCR works </a:t>
            </a:r>
          </a:p>
          <a:p>
            <a:endParaRPr lang="en-GB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Takes an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Finds text areas in the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Recognizes each character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Converts it into digital text</a:t>
            </a:r>
          </a:p>
          <a:p>
            <a:b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611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7888C5-9991-1603-D9E1-18E586C5D864}"/>
              </a:ext>
            </a:extLst>
          </p:cNvPr>
          <p:cNvSpPr txBox="1"/>
          <p:nvPr/>
        </p:nvSpPr>
        <p:spPr>
          <a:xfrm>
            <a:off x="1404983" y="435429"/>
            <a:ext cx="103958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Chosen OCR Model: Paddle OCR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6ABDA-7652-E2CA-B81B-A7C028F0F89F}"/>
              </a:ext>
            </a:extLst>
          </p:cNvPr>
          <p:cNvSpPr txBox="1"/>
          <p:nvPr/>
        </p:nvSpPr>
        <p:spPr>
          <a:xfrm>
            <a:off x="871583" y="1143315"/>
            <a:ext cx="10929257" cy="6047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ptos" panose="020B0004020202020204" pitchFamily="34" charset="0"/>
              </a:rPr>
              <a:t>What is PaddleOCR?</a:t>
            </a:r>
          </a:p>
          <a:p>
            <a:endParaRPr lang="en-GB" dirty="0">
              <a:latin typeface="Aptos" panose="020B0004020202020204" pitchFamily="34" charset="0"/>
            </a:endParaRPr>
          </a:p>
          <a:p>
            <a:r>
              <a:rPr lang="en-GB" dirty="0">
                <a:latin typeface="Aptos" panose="020B0004020202020204" pitchFamily="34" charset="0"/>
              </a:rPr>
              <a:t>PaddleOCR is an open-source Optical Character Recognition (OCR) toolkit developed by Baidu.</a:t>
            </a:r>
            <a:br>
              <a:rPr lang="en-GB" dirty="0">
                <a:latin typeface="Aptos" panose="020B0004020202020204" pitchFamily="34" charset="0"/>
              </a:rPr>
            </a:br>
            <a:r>
              <a:rPr lang="en-GB" dirty="0">
                <a:latin typeface="Aptos" panose="020B0004020202020204" pitchFamily="34" charset="0"/>
              </a:rPr>
              <a:t>It is designed to extract text from images with high accuracy using deep learning models.</a:t>
            </a:r>
          </a:p>
          <a:p>
            <a:endParaRPr lang="en-GB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ptos" panose="020B0004020202020204" pitchFamily="34" charset="0"/>
              </a:rPr>
              <a:t>What is PaddleOCR Engine?</a:t>
            </a:r>
          </a:p>
          <a:p>
            <a:endParaRPr lang="en-GB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PaddleOCR is built on the PaddlePaddle deep learning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It converts text in images into editable digital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It works well with scanned documents, photos, screenshots, receipts, and invoices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Supports multiple languages and complex text layouts</a:t>
            </a:r>
          </a:p>
          <a:p>
            <a:endParaRPr lang="en-GB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latin typeface="Aptos" panose="020B0004020202020204" pitchFamily="34" charset="0"/>
              </a:rPr>
              <a:t>Why PaddleOCR?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High accuracy on real-world images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Handles noisy and low-quality images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Preserves text layout and alignment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ptos" panose="020B0004020202020204" pitchFamily="34" charset="0"/>
              </a:rPr>
              <a:t>Supports multiple languages</a:t>
            </a:r>
          </a:p>
          <a:p>
            <a:endParaRPr lang="en-GB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714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E27B19-DDDA-2484-72F7-ED349DC538E3}"/>
              </a:ext>
            </a:extLst>
          </p:cNvPr>
          <p:cNvSpPr txBox="1"/>
          <p:nvPr/>
        </p:nvSpPr>
        <p:spPr>
          <a:xfrm>
            <a:off x="2042160" y="13935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   H</a:t>
            </a:r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ow Paddle OCR  Works 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0CA40-AE7D-E157-0234-0C8357DADE8C}"/>
              </a:ext>
            </a:extLst>
          </p:cNvPr>
          <p:cNvSpPr txBox="1"/>
          <p:nvPr/>
        </p:nvSpPr>
        <p:spPr>
          <a:xfrm>
            <a:off x="568609" y="893313"/>
            <a:ext cx="5821681" cy="6827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How PaddleOCR Works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Give an image to PaddleOCR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PaddleOCR detects text regions in the image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It recognizes characters using deep learning models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Preserves layout and alignment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Extracted text is returned to Python</a:t>
            </a:r>
          </a:p>
          <a:p>
            <a:pPr>
              <a:lnSpc>
                <a:spcPct val="150000"/>
              </a:lnSpc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What this code does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Imports PaddleOCR library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Initializes OCR model with English language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Takes an image as input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Extracts text from the image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Prints the recognized text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718BD5-BACC-98DC-121D-F873859942C1}"/>
              </a:ext>
            </a:extLst>
          </p:cNvPr>
          <p:cNvSpPr txBox="1"/>
          <p:nvPr/>
        </p:nvSpPr>
        <p:spPr>
          <a:xfrm>
            <a:off x="6248750" y="1108562"/>
            <a:ext cx="668668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Install PaddleOCR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                pip install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paddleocr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2.Install PaddlePaddle (CPU version)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                pip install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paddlepaddle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3.Import PaddleOCR in Python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               from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paddleocr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import PaddleOCR</a:t>
            </a:r>
          </a:p>
          <a:p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Initialize OCR model (English)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ocr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= PaddleOCR(lang='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')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5.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Text Extraction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result =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ocr.ocr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("image.jpg")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6.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Print extracted text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          for line in result: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               for word in line: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print(word[1][0])</a:t>
            </a:r>
          </a:p>
        </p:txBody>
      </p:sp>
    </p:spTree>
    <p:extLst>
      <p:ext uri="{BB962C8B-B14F-4D97-AF65-F5344CB8AC3E}">
        <p14:creationId xmlns:p14="http://schemas.microsoft.com/office/powerpoint/2010/main" val="927538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9CA2B9-5852-D716-E071-E56B920A1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552014"/>
              </p:ext>
            </p:extLst>
          </p:nvPr>
        </p:nvGraphicFramePr>
        <p:xfrm>
          <a:off x="0" y="0"/>
          <a:ext cx="12191999" cy="692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5662">
                  <a:extLst>
                    <a:ext uri="{9D8B030D-6E8A-4147-A177-3AD203B41FA5}">
                      <a16:colId xmlns:a16="http://schemas.microsoft.com/office/drawing/2014/main" val="2116468834"/>
                    </a:ext>
                  </a:extLst>
                </a:gridCol>
                <a:gridCol w="6296337">
                  <a:extLst>
                    <a:ext uri="{9D8B030D-6E8A-4147-A177-3AD203B41FA5}">
                      <a16:colId xmlns:a16="http://schemas.microsoft.com/office/drawing/2014/main" val="2390481446"/>
                    </a:ext>
                  </a:extLst>
                </a:gridCol>
              </a:tblGrid>
              <a:tr h="1130066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</a:t>
                      </a:r>
                    </a:p>
                    <a:p>
                      <a:pPr algn="ctr"/>
                      <a:r>
                        <a:rPr lang="en-IN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</a:t>
                      </a:r>
                      <a:r>
                        <a:rPr lang="en-IN" sz="3200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Pytesseract</a:t>
                      </a:r>
                      <a:r>
                        <a:rPr lang="en-IN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IN" sz="3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037637"/>
                  </a:ext>
                </a:extLst>
              </a:tr>
              <a:tr h="113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Inconsistent decimal recognition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dirty="0">
                        <a:latin typeface="Aptos" panose="020B00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latin typeface="Aptos" panose="020B0004020202020204" pitchFamily="34" charset="0"/>
                        </a:rPr>
                        <a:t>   Accurate decimal recognition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626773"/>
                  </a:ext>
                </a:extLst>
              </a:tr>
              <a:tr h="12787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Poor noise handling</a:t>
                      </a:r>
                    </a:p>
                    <a:p>
                      <a:pPr algn="ctr">
                        <a:buFont typeface="Arial" panose="020B0604020202020204" pitchFamily="34" charset="0"/>
                        <a:buChar char="•"/>
                      </a:pP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GB" sz="1800" dirty="0">
                        <a:latin typeface="Aptos" panose="020B0004020202020204" pitchFamily="34" charset="0"/>
                      </a:endParaRPr>
                    </a:p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en-GB" sz="1800" dirty="0">
                          <a:latin typeface="Aptos" panose="020B0004020202020204" pitchFamily="34" charset="0"/>
                        </a:rPr>
                        <a:t>   Better layout preservation</a:t>
                      </a:r>
                    </a:p>
                    <a:p>
                      <a:pPr algn="ctr">
                        <a:buFont typeface="Arial" panose="020B0604020202020204" pitchFamily="34" charset="0"/>
                        <a:buChar char="•"/>
                      </a:pPr>
                      <a:endParaRPr lang="en-GB" sz="1800" dirty="0">
                        <a:latin typeface="Aptos" panose="020B0004020202020204" pitchFamily="34" charset="0"/>
                      </a:endParaRP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245722"/>
                  </a:ext>
                </a:extLst>
              </a:tr>
              <a:tr h="113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Broken or misaligned text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latin typeface="Aptos" panose="020B0004020202020204" pitchFamily="34" charset="0"/>
                        </a:rPr>
                        <a:t> 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latin typeface="Aptos" panose="020B0004020202020204" pitchFamily="34" charset="0"/>
                        </a:rPr>
                        <a:t> High accuracy on receipts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680500"/>
                  </a:ext>
                </a:extLst>
              </a:tr>
              <a:tr h="1130066">
                <a:tc>
                  <a:txBody>
                    <a:bodyPr/>
                    <a:lstStyle/>
                    <a:p>
                      <a:pPr algn="ctr">
                        <a:buFont typeface="Arial" panose="020B0604020202020204" pitchFamily="34" charset="0"/>
                        <a:buChar char="•"/>
                      </a:pP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Weak layout understanding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latin typeface="Aptos" panose="020B0004020202020204" pitchFamily="34" charset="0"/>
                        </a:rPr>
                        <a:t>   Handles multiple fonts well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902954"/>
                  </a:ext>
                </a:extLst>
              </a:tr>
              <a:tr h="1130066">
                <a:tc>
                  <a:txBody>
                    <a:bodyPr/>
                    <a:lstStyle/>
                    <a:p>
                      <a:pPr algn="ctr">
                        <a:buFont typeface="Arial" panose="020B0604020202020204" pitchFamily="34" charset="0"/>
                        <a:buChar char="•"/>
                      </a:pPr>
                      <a:endParaRPr lang="en-IN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 reliable for receipts and complex documents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Font typeface="Arial" panose="020B0604020202020204" pitchFamily="34" charset="0"/>
                        <a:buChar char="•"/>
                      </a:pPr>
                      <a:endParaRPr lang="en-GB" sz="1800" dirty="0">
                        <a:latin typeface="Aptos" panose="020B0004020202020204" pitchFamily="34" charset="0"/>
                      </a:endParaRPr>
                    </a:p>
                    <a:p>
                      <a:pPr algn="ctr">
                        <a:buFont typeface="Arial" panose="020B0604020202020204" pitchFamily="34" charset="0"/>
                        <a:buNone/>
                      </a:pPr>
                      <a:r>
                        <a:rPr lang="en-GB" sz="1800" dirty="0">
                          <a:latin typeface="Aptos" panose="020B0004020202020204" pitchFamily="34" charset="0"/>
                        </a:rPr>
                        <a:t>   More reliable on real-world scanned images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06828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226FA43-FE2E-9DA5-511F-9DD5C058AE7B}"/>
              </a:ext>
            </a:extLst>
          </p:cNvPr>
          <p:cNvSpPr txBox="1"/>
          <p:nvPr/>
        </p:nvSpPr>
        <p:spPr>
          <a:xfrm>
            <a:off x="7281818" y="26019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PaddleOCR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280011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913394-2B77-F212-D123-78FEA908B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640399"/>
              </p:ext>
            </p:extLst>
          </p:nvPr>
        </p:nvGraphicFramePr>
        <p:xfrm>
          <a:off x="0" y="0"/>
          <a:ext cx="12192000" cy="7015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12414709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723170459"/>
                    </a:ext>
                  </a:extLst>
                </a:gridCol>
              </a:tblGrid>
              <a:tr h="137380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</a:p>
                    <a:p>
                      <a:pPr algn="ctr"/>
                      <a:r>
                        <a:rPr lang="en-IN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IN" sz="2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DocTR</a:t>
                      </a:r>
                      <a:r>
                        <a:rPr lang="en-IN" sz="2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(Document Text Recognition) </a:t>
                      </a:r>
                    </a:p>
                    <a:p>
                      <a:pPr algn="ctr"/>
                      <a:endParaRPr lang="en-IN" sz="3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PaddleOCR </a:t>
                      </a:r>
                      <a:endParaRPr lang="en-IN" sz="3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433576"/>
                  </a:ext>
                </a:extLst>
              </a:tr>
              <a:tr h="1093942"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accuracy on clean, well-scanned documents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high accuracy on real-world documents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891652"/>
                  </a:ext>
                </a:extLst>
              </a:tr>
              <a:tr h="1180564"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</a:t>
                      </a:r>
                    </a:p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Better suited for structured and simple layouts</a:t>
                      </a: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Strong layout and text alignment preservation</a:t>
                      </a:r>
                      <a:endParaRPr lang="en-IN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862663"/>
                  </a:ext>
                </a:extLst>
              </a:tr>
              <a:tr h="1180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</a:t>
                      </a:r>
                    </a:p>
                    <a:p>
                      <a:pPr algn="ctr"/>
                      <a:r>
                        <a:rPr lang="en-GB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 language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Supports many languages</a:t>
                      </a:r>
                      <a:endParaRPr lang="en-GB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266316"/>
                  </a:ext>
                </a:extLst>
              </a:tr>
              <a:tr h="11806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Sensitive to noise and low-quality images</a:t>
                      </a:r>
                    </a:p>
                    <a:p>
                      <a:pPr algn="ctr"/>
                      <a:endParaRPr lang="en-GB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Handles noisy images well</a:t>
                      </a:r>
                    </a:p>
                    <a:p>
                      <a:pPr algn="ctr"/>
                      <a:endParaRPr lang="en-GB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190541"/>
                  </a:ext>
                </a:extLst>
              </a:tr>
              <a:tr h="8484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 effective on complex layouts and receipts</a:t>
                      </a:r>
                    </a:p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GB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Works well for receipts, invoices, and mixed fonts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687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371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1E98F7-7690-7E45-2B82-5E210537C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223398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792626252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4178746938"/>
                    </a:ext>
                  </a:extLst>
                </a:gridCol>
              </a:tblGrid>
              <a:tr h="1106697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</a:t>
                      </a:r>
                    </a:p>
                    <a:p>
                      <a:pPr algn="ctr"/>
                      <a:r>
                        <a:rPr lang="en-GB" sz="2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SURYA OCR LIMITATIONS</a:t>
                      </a:r>
                      <a:endParaRPr lang="en-IN" sz="2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</a:t>
                      </a:r>
                    </a:p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PaddleOCR </a:t>
                      </a:r>
                      <a:endParaRPr lang="en-IN" sz="2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276248"/>
                  </a:ext>
                </a:extLst>
              </a:tr>
              <a:tr h="1286532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</a:t>
                      </a:r>
                      <a:r>
                        <a:rPr lang="en-GB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 handwriting accuracy</a:t>
                      </a:r>
                    </a:p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Struggles with cursive or messy handwriting</a:t>
                      </a: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Better handwriting recognition compared to Surya OCR</a:t>
                      </a:r>
                    </a:p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Handles cursive and informal writing more reliably</a:t>
                      </a: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15440"/>
                  </a:ext>
                </a:extLst>
              </a:tr>
              <a:tr h="1471214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</a:t>
                      </a:r>
                      <a:r>
                        <a:rPr lang="en-GB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 drops on informal writing styles</a:t>
                      </a:r>
                    </a:p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Slower for simple OCR tasks</a:t>
                      </a: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Faster for simple and general OCR tasks</a:t>
                      </a:r>
                    </a:p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Efficient even on small images</a:t>
                      </a: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471047"/>
                  </a:ext>
                </a:extLst>
              </a:tr>
              <a:tr h="147121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Takes more time on small images</a:t>
                      </a:r>
                    </a:p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ideal when speed is a priority</a:t>
                      </a: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Good balance between speed and accuracy</a:t>
                      </a:r>
                      <a:endParaRPr lang="en-IN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483297"/>
                  </a:ext>
                </a:extLst>
              </a:tr>
              <a:tr h="1522343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 installation and setup</a:t>
                      </a:r>
                    </a:p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beginner-friendly for students</a:t>
                      </a:r>
                    </a:p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Mainly suitable for basic text extraction, not optimized for speed or ease</a:t>
                      </a: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Easier installation compared to Surya OCR</a:t>
                      </a:r>
                    </a:p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Beginner-friendly and widely used</a:t>
                      </a:r>
                    </a:p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Suitable for both basic and complex text extraction tasks</a:t>
                      </a:r>
                    </a:p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255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0608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7E8068-98C4-7BB8-7BF5-675AF4013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422298"/>
              </p:ext>
            </p:extLst>
          </p:nvPr>
        </p:nvGraphicFramePr>
        <p:xfrm>
          <a:off x="0" y="1"/>
          <a:ext cx="12192000" cy="6858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9702">
                  <a:extLst>
                    <a:ext uri="{9D8B030D-6E8A-4147-A177-3AD203B41FA5}">
                      <a16:colId xmlns:a16="http://schemas.microsoft.com/office/drawing/2014/main" val="711257052"/>
                    </a:ext>
                  </a:extLst>
                </a:gridCol>
                <a:gridCol w="6122298">
                  <a:extLst>
                    <a:ext uri="{9D8B030D-6E8A-4147-A177-3AD203B41FA5}">
                      <a16:colId xmlns:a16="http://schemas.microsoft.com/office/drawing/2014/main" val="2481203919"/>
                    </a:ext>
                  </a:extLst>
                </a:gridCol>
              </a:tblGrid>
              <a:tr h="799554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EasyOCR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PaddleOCR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147624"/>
                  </a:ext>
                </a:extLst>
              </a:tr>
              <a:tr h="1495073">
                <a:tc>
                  <a:txBody>
                    <a:bodyPr/>
                    <a:lstStyle/>
                    <a:p>
                      <a:pPr algn="ctr"/>
                      <a:endParaRPr lang="en-GB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Sensitive to image quality</a:t>
                      </a:r>
                    </a:p>
                    <a:p>
                      <a:pPr algn="ctr"/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Blurry, low-resolution, or poorly scanned images reduce accuracy</a:t>
                      </a:r>
                    </a:p>
                    <a:p>
                      <a:pPr algn="ctr"/>
                      <a:endParaRPr lang="en-IN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More robust to image quality variations</a:t>
                      </a:r>
                    </a:p>
                    <a:p>
                      <a:pPr algn="ctr"/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Performs better on blurry and low-resolution images</a:t>
                      </a:r>
                    </a:p>
                    <a:p>
                      <a:pPr algn="ctr"/>
                      <a:endParaRPr lang="en-IN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325957"/>
                  </a:ext>
                </a:extLst>
              </a:tr>
              <a:tr h="1495073">
                <a:tc>
                  <a:txBody>
                    <a:bodyPr/>
                    <a:lstStyle/>
                    <a:p>
                      <a:pPr algn="ctr"/>
                      <a:endParaRPr lang="en-GB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accuracy on noisy documents</a:t>
                      </a:r>
                    </a:p>
                    <a:p>
                      <a:pPr algn="ctr"/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Shadows, glare, folds, and stains</a:t>
                      </a:r>
                    </a:p>
                    <a:p>
                      <a:pPr algn="ctr"/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confuse OCR</a:t>
                      </a:r>
                    </a:p>
                    <a:p>
                      <a:pPr algn="ctr"/>
                      <a:endParaRPr lang="en-IN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Handles noisy documents more effectively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Better tolerance to shadows, glare, and stains</a:t>
                      </a:r>
                    </a:p>
                    <a:p>
                      <a:pPr algn="ctr"/>
                      <a:endParaRPr lang="en-IN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396826"/>
                  </a:ext>
                </a:extLst>
              </a:tr>
              <a:tr h="1214747">
                <a:tc>
                  <a:txBody>
                    <a:bodyPr/>
                    <a:lstStyle/>
                    <a:p>
                      <a:pPr algn="ctr"/>
                      <a:endParaRPr lang="en-IN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I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Confuses similar characters</a:t>
                      </a:r>
                    </a:p>
                    <a:p>
                      <a:pPr algn="ctr"/>
                      <a:r>
                        <a:rPr lang="en-I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Example: 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I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I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IN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vs 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</a:t>
                      </a:r>
                      <a:endParaRPr lang="en-IN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IN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Lower character confusion compared to EasyOCR</a:t>
                      </a:r>
                    </a:p>
                    <a:p>
                      <a:pPr algn="ctr"/>
                      <a:endParaRPr lang="en-IN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471672"/>
                  </a:ext>
                </a:extLst>
              </a:tr>
              <a:tr h="1853555">
                <a:tc>
                  <a:txBody>
                    <a:bodyPr/>
                    <a:lstStyle/>
                    <a:p>
                      <a:pPr algn="ctr"/>
                      <a:endParaRPr lang="en-GB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Slower Than Traditional OCR</a:t>
                      </a:r>
                    </a:p>
                    <a:p>
                      <a:pPr algn="ctr"/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EasyOCR uses deep learning models</a:t>
                      </a:r>
                    </a:p>
                    <a:p>
                      <a:pPr algn="ctr"/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Processing time is slower than</a:t>
                      </a:r>
                    </a:p>
                    <a:p>
                      <a:pPr algn="ctr"/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PyTesseract, especially on CPU</a:t>
                      </a:r>
                    </a:p>
                    <a:p>
                      <a:pPr algn="ctr"/>
                      <a:endParaRPr lang="en-IN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Faster processing than EasyOCR in most cases</a:t>
                      </a:r>
                    </a:p>
                    <a:p>
                      <a:pPr algn="ctr"/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Better CPU and GPU performance</a:t>
                      </a:r>
                    </a:p>
                    <a:p>
                      <a:pPr algn="ctr"/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More efficient resource usage</a:t>
                      </a:r>
                    </a:p>
                    <a:p>
                      <a:pPr algn="ctr"/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Stronger results on low-quality images</a:t>
                      </a:r>
                    </a:p>
                    <a:p>
                      <a:pPr algn="ctr"/>
                      <a:r>
                        <a:rPr lang="en-GB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Better handwriting recognition than EasyOCR</a:t>
                      </a:r>
                    </a:p>
                    <a:p>
                      <a:pPr algn="ctr"/>
                      <a:endParaRPr lang="en-IN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990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1246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DECF02-1B38-2217-BE4D-52B9CAB1769A}"/>
              </a:ext>
            </a:extLst>
          </p:cNvPr>
          <p:cNvSpPr txBox="1"/>
          <p:nvPr/>
        </p:nvSpPr>
        <p:spPr>
          <a:xfrm>
            <a:off x="1436914" y="1701530"/>
            <a:ext cx="1033054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6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r>
              <a:rPr lang="en-GB" sz="6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</a:t>
            </a:r>
          </a:p>
          <a:p>
            <a:r>
              <a:rPr lang="en-GB" sz="66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</a:t>
            </a:r>
          </a:p>
          <a:p>
            <a:r>
              <a:rPr lang="en-GB" sz="6600" dirty="0">
                <a:latin typeface="Arial" panose="020B0604020202020204" pitchFamily="34" charset="0"/>
                <a:cs typeface="Arial" panose="020B0604020202020204" pitchFamily="34" charset="0"/>
              </a:rPr>
              <a:t>             THRISHALA</a:t>
            </a:r>
            <a:endParaRPr lang="en-IN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80528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3D0E2C-DCCF-4DCA-8700-60C67A2E1F44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13FC90C-E938-4D14-B988-1AABB7F8F3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802517-FD5A-4D6F-9BEF-6B50583B6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313</TotalTime>
  <Words>707</Words>
  <Application>Microsoft Office PowerPoint</Application>
  <PresentationFormat>Widescreen</PresentationFormat>
  <Paragraphs>164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Trebuchet MS</vt:lpstr>
      <vt:lpstr>Wingdings 3</vt:lpstr>
      <vt:lpstr>Facet</vt:lpstr>
      <vt:lpstr>Receipt and Invoice Digitizer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koduruthrishala@outlook.com</dc:creator>
  <cp:lastModifiedBy>koduruthrishala@outlook.com</cp:lastModifiedBy>
  <cp:revision>1</cp:revision>
  <dcterms:created xsi:type="dcterms:W3CDTF">2026-02-22T14:58:33Z</dcterms:created>
  <dcterms:modified xsi:type="dcterms:W3CDTF">2026-02-24T15:49:12Z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